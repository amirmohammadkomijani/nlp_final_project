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ACF39-2B24-FAAD-BDA9-C67F373CC8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4B5A48-796B-1532-6213-3E1F7D054B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27430-AACC-4496-58F5-CF5CCD76D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220A0-FC06-4885-8903-C5E520AB1B18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C6E72-BD4F-0348-9BD9-893CA562F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33561-5148-1B10-B52A-5B89DDC9B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EE7-9346-41A6-BE63-D175709E2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228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3E1C1-68F3-7D96-0466-E1C643ECE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92109-3AA8-EF23-F986-818AA37D1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BB011-C499-9C3F-8471-955C02A68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220A0-FC06-4885-8903-C5E520AB1B18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E655C-8835-7F27-872A-89A0DD26F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88482-CEC3-9668-D2AD-DABCC594F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EE7-9346-41A6-BE63-D175709E2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737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07626-0051-FBD6-A92D-6314EB7C7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CBAFD-6201-9564-3779-BE21911B4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28FF0-8380-86B4-1B99-3FC66DA2E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220A0-FC06-4885-8903-C5E520AB1B18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004D7-EA3A-B63E-8DCA-E68A87FB2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26CE3C-09E7-6A3F-E054-5B18EB4CE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EE7-9346-41A6-BE63-D175709E2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148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3446B-40EB-4989-9C39-9A8C0AF3A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71ECC-7022-28E1-AD63-D4323F683B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4ABCA4-C82E-5D81-FA1A-C27F6B456A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A7BEFE-4FC2-C352-FF58-BEE94E4F3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220A0-FC06-4885-8903-C5E520AB1B18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990242-E336-3C66-A8CC-94BA5A946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976726-AE0F-B26D-0A6C-A52EBCFD8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EE7-9346-41A6-BE63-D175709E2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397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5729C-E25F-DAE4-690C-7FEC53180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6735B8-B462-BF14-1CA4-6D0F410C04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5E4F15-012F-5E08-8321-B556E0D38C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FEF6A0-621E-D3DF-4BDB-DA6A3D0A8C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6BA136-A24E-9DBE-B427-FFDC8F02DB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5A5C4E-679B-46A2-6802-8DA84125E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220A0-FC06-4885-8903-C5E520AB1B18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D3EDB-554C-B193-72F4-5790A7847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005531-B1D4-60CB-B810-77296E26F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EE7-9346-41A6-BE63-D175709E2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02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99611-F6F3-A8D8-7205-C73E99303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8EEC4F-7547-B023-030C-5869D6DEF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220A0-FC06-4885-8903-C5E520AB1B18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A4E1D1-650C-6C02-BA50-F0B5A90EA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874277-4401-352A-B264-775CDC074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EE7-9346-41A6-BE63-D175709E2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486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99B273-C8D4-D8E6-778D-B0D5BB324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220A0-FC06-4885-8903-C5E520AB1B18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4651DB-BFD9-F7F5-1AFA-29B587DED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3F38FC-FD34-B254-848F-6C2E3C957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EE7-9346-41A6-BE63-D175709E2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914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3B610-9555-4DB8-5A11-F1582AE93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EBCD8-1D35-19A0-3B24-BAC77B1B4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7355FC-5DC7-6A23-E431-BD6110C81F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D460E9-755F-07DF-3EFE-49922AC4C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220A0-FC06-4885-8903-C5E520AB1B18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E2D6AC-8C6F-B645-E7BE-C2E602F60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0600A3-210B-E102-1F70-CA7F66B34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EE7-9346-41A6-BE63-D175709E2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216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06C3C-B301-6D43-A5D9-CCD144293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42BD44-993E-953D-732F-2CDACB1EBC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7EE8CC-B983-B398-034D-B096D3017A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A2D4CC-664D-1AAF-42A9-A6B1CE02B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220A0-FC06-4885-8903-C5E520AB1B18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9638E4-96AA-5211-4790-405F5FE72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AD8539-6DB6-28B8-C2A2-4C4703A4A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EE7-9346-41A6-BE63-D175709E2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361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DDBD0-DB6B-EED0-B430-DBB4855A8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16053A-C575-06F9-AAFC-A9C8FCA2ED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E1482-4140-CF3B-E033-E3388E1BE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220A0-FC06-4885-8903-C5E520AB1B18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9F44D-C63C-CE2D-35BA-DBB95C450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656C-72D8-02D4-C17E-4E852D5C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EE7-9346-41A6-BE63-D175709E2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659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E758B8-53F8-03BF-FACB-9E1C6813D9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546F4B-2DB9-C81C-2D14-54E10D31DF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FE1BD-BA28-3B8D-6DB1-95A9483A5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220A0-FC06-4885-8903-C5E520AB1B18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23A71-43EC-A0A9-44E0-4E13FCA43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CF296-13E2-50DA-5E33-272E375AB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EE7-9346-41A6-BE63-D175709E2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992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5D311F-2572-8DFA-DE2F-592D629B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4E4C5-8F46-C46D-8478-FB61D3D4C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F6F3B-0FE1-2317-C216-DC44599206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F220A0-FC06-4885-8903-C5E520AB1B18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E1D69-AEE9-4F3D-499A-E6157B5795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AFB42-A85F-D29B-B7A1-06891F5A5D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B2BEE7-9346-41A6-BE63-D175709E2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57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BBEB7-E27C-EEB3-DC89-ACE4FC9B41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a-IR" dirty="0"/>
              <a:t>به نام خدا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71A97E-7F19-3708-F883-86ECC110A4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fa-IR" dirty="0">
                <a:cs typeface="B Nazanin" panose="00000400000000000000" pitchFamily="2" charset="-78"/>
              </a:rPr>
              <a:t>امیرمحمد کمیجانی 40412834</a:t>
            </a:r>
          </a:p>
          <a:p>
            <a:pPr algn="r"/>
            <a:r>
              <a:rPr lang="fa-IR" dirty="0">
                <a:cs typeface="B Nazanin" panose="00000400000000000000" pitchFamily="2" charset="-78"/>
              </a:rPr>
              <a:t>ارائه مقالات</a:t>
            </a:r>
            <a:endParaRPr lang="en-US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250096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7914C-9D30-BE22-CD35-57B6A5D27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/>
              <a:t>عنوان مقاله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BB01B-9C34-2A04-17F2-5F464C195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fa-IR" dirty="0"/>
              <a:t> </a:t>
            </a:r>
            <a:r>
              <a:rPr lang="en-US" dirty="0"/>
              <a:t>Survey on</a:t>
            </a:r>
            <a:r>
              <a:rPr lang="fa-IR" dirty="0"/>
              <a:t> </a:t>
            </a:r>
            <a:r>
              <a:rPr lang="en-US" dirty="0"/>
              <a:t>LLM-Generated Text Detection: Necessity, Methods, and Future Directions</a:t>
            </a:r>
          </a:p>
        </p:txBody>
      </p:sp>
    </p:spTree>
    <p:extLst>
      <p:ext uri="{BB962C8B-B14F-4D97-AF65-F5344CB8AC3E}">
        <p14:creationId xmlns:p14="http://schemas.microsoft.com/office/powerpoint/2010/main" val="1197752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43DE2-A18F-790D-AEBD-FBF913995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Nazanin" panose="00000400000000000000" pitchFamily="2" charset="-78"/>
              </a:rPr>
              <a:t>چرا میخواهیم </a:t>
            </a:r>
            <a:r>
              <a:rPr lang="en-US" dirty="0">
                <a:cs typeface="B Nazanin" panose="00000400000000000000" pitchFamily="2" charset="-78"/>
              </a:rPr>
              <a:t>Text detection</a:t>
            </a:r>
            <a:r>
              <a:rPr lang="fa-IR" dirty="0">
                <a:cs typeface="B Nazanin" panose="00000400000000000000" pitchFamily="2" charset="-78"/>
              </a:rPr>
              <a:t> انجام دهیم</a:t>
            </a: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1A11E-30D3-0964-FF6A-62B713713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fa-IR" dirty="0"/>
              <a:t>قوانین</a:t>
            </a:r>
          </a:p>
          <a:p>
            <a:pPr algn="r" rtl="1"/>
            <a:r>
              <a:rPr lang="fa-IR" dirty="0"/>
              <a:t>میل کاربران</a:t>
            </a:r>
          </a:p>
          <a:p>
            <a:pPr algn="r" rtl="1"/>
            <a:r>
              <a:rPr lang="fa-IR" dirty="0"/>
              <a:t>آموزش </a:t>
            </a:r>
            <a:r>
              <a:rPr lang="en-US" dirty="0"/>
              <a:t>LLM</a:t>
            </a:r>
            <a:endParaRPr lang="fa-IR" dirty="0"/>
          </a:p>
          <a:p>
            <a:pPr algn="r" rtl="1"/>
            <a:r>
              <a:rPr lang="en-US" dirty="0"/>
              <a:t>Science</a:t>
            </a:r>
            <a:endParaRPr lang="fa-IR" dirty="0"/>
          </a:p>
          <a:p>
            <a:pPr algn="r" rt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960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CC630-7703-1594-5736-3314FB0D8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/>
              <a:t>مواردی که بررسی شدند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9E9A5-F117-8EA0-4063-7C2F3AAD5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Datasets and Benchmarks</a:t>
            </a:r>
          </a:p>
          <a:p>
            <a:r>
              <a:rPr lang="en-US" dirty="0"/>
              <a:t>Detectors</a:t>
            </a:r>
          </a:p>
          <a:p>
            <a:r>
              <a:rPr lang="en-US" dirty="0"/>
              <a:t>Evaluations</a:t>
            </a:r>
          </a:p>
          <a:p>
            <a:r>
              <a:rPr lang="en-US" dirty="0"/>
              <a:t>Challenges and limitation</a:t>
            </a:r>
          </a:p>
        </p:txBody>
      </p:sp>
    </p:spTree>
    <p:extLst>
      <p:ext uri="{BB962C8B-B14F-4D97-AF65-F5344CB8AC3E}">
        <p14:creationId xmlns:p14="http://schemas.microsoft.com/office/powerpoint/2010/main" val="1662518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CC0D2-FF9A-3FEE-1F62-E8209C613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8B0F9-786D-731B-AE23-648C4DCE7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fa-IR" dirty="0"/>
              <a:t> دیتاست ها در دامنه‌های مختلف اما محدودی مورد بررسی قرار گرفتند که بعدها موضوعات متنوع دیگری در حوزه </a:t>
            </a:r>
            <a:r>
              <a:rPr lang="en-US" dirty="0"/>
              <a:t>NLP</a:t>
            </a:r>
            <a:r>
              <a:rPr lang="fa-IR" dirty="0"/>
              <a:t> معرفی شدند.</a:t>
            </a:r>
            <a:endParaRPr lang="en-US" dirty="0"/>
          </a:p>
          <a:p>
            <a:pPr algn="r" rtl="1"/>
            <a:r>
              <a:rPr lang="fa-IR" dirty="0"/>
              <a:t>اکثرا از زبان انگلیسی استفاده شده ولی زبان‌های دیگر هم پیشنهاد شدند.</a:t>
            </a:r>
            <a:endParaRPr lang="en-US" dirty="0"/>
          </a:p>
          <a:p>
            <a:pPr algn="r" rtl="1"/>
            <a:r>
              <a:rPr lang="fa-IR" dirty="0"/>
              <a:t>مدل‌های زبانی بزرگ گوناگونی نیز پیشنهاد شد که البته تعداد آنها محدود بود.</a:t>
            </a:r>
          </a:p>
          <a:p>
            <a:pPr algn="r" rt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31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5144C-88CB-9338-7A84-A49B18C5B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Benchmarks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E36EF-B849-2A08-5301-C3B5979F0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/>
            <a:r>
              <a:rPr lang="fa-IR" dirty="0"/>
              <a:t>بنچمارک ها باید از مدل‌های زبانی گوناگونی پشتیبانی و استفاده نمایند تا بتوانیم یک مدل جدید را با همتایان بسیاری بسنجیم.</a:t>
            </a:r>
          </a:p>
          <a:p>
            <a:pPr algn="r"/>
            <a:r>
              <a:rPr lang="fa-IR" dirty="0"/>
              <a:t>همچنین باید تنوع و گوناگونی زیادی را در موضوعات مختلف داشته باشیم تا مدل براساس موضوعات مختلف سنجیده شود.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269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BE7FA-D2B2-53F8-6A39-159CA098E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F3220-57F9-EDB6-B518-6A2431038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en-US" dirty="0"/>
              <a:t>Watermarking</a:t>
            </a:r>
            <a:endParaRPr lang="fa-IR" dirty="0"/>
          </a:p>
          <a:p>
            <a:pPr algn="r" rtl="1"/>
            <a:r>
              <a:rPr lang="en-US" dirty="0"/>
              <a:t>Statistics</a:t>
            </a:r>
            <a:r>
              <a:rPr lang="fa-IR" dirty="0"/>
              <a:t> : همانند </a:t>
            </a:r>
            <a:r>
              <a:rPr lang="en-US" dirty="0"/>
              <a:t>perplexity, token probability, Entropy</a:t>
            </a:r>
          </a:p>
          <a:p>
            <a:pPr algn="r" rtl="1"/>
            <a:r>
              <a:rPr lang="en-US" dirty="0"/>
              <a:t>Neural Based Models</a:t>
            </a:r>
          </a:p>
          <a:p>
            <a:pPr algn="r" rtl="1"/>
            <a:r>
              <a:rPr lang="en-US" dirty="0"/>
              <a:t>Human Assisted</a:t>
            </a:r>
          </a:p>
        </p:txBody>
      </p:sp>
    </p:spTree>
    <p:extLst>
      <p:ext uri="{BB962C8B-B14F-4D97-AF65-F5344CB8AC3E}">
        <p14:creationId xmlns:p14="http://schemas.microsoft.com/office/powerpoint/2010/main" val="4190639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608E8-3125-C16F-A79F-E8E777E0F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 Detectors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ED708-1B6D-0A8A-186C-D5168A6A9D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Out of Distribution</a:t>
            </a:r>
          </a:p>
          <a:p>
            <a:r>
              <a:rPr lang="en-US" dirty="0"/>
              <a:t>Real world Data =&gt; Noisy texts</a:t>
            </a:r>
          </a:p>
          <a:p>
            <a:r>
              <a:rPr lang="en-US" dirty="0"/>
              <a:t>LLMs strength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827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BED1A-259E-B221-78F9-DE74473B3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7A941-B62B-5B2A-F6B8-930246DF5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Precision, Recall, F1-score</a:t>
            </a:r>
          </a:p>
          <a:p>
            <a:r>
              <a:rPr lang="en-US" dirty="0"/>
              <a:t>FPR,TPR, AUC-ROC score</a:t>
            </a:r>
          </a:p>
          <a:p>
            <a:r>
              <a:rPr lang="en-US" dirty="0"/>
              <a:t>No Evaluation Framework, we must check all metrics and analyze them.</a:t>
            </a:r>
          </a:p>
        </p:txBody>
      </p:sp>
    </p:spTree>
    <p:extLst>
      <p:ext uri="{BB962C8B-B14F-4D97-AF65-F5344CB8AC3E}">
        <p14:creationId xmlns:p14="http://schemas.microsoft.com/office/powerpoint/2010/main" val="2190432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90BC3-BF1A-4EC9-C03A-31681429E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and Future Directions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B1B0D-AEC0-3F5A-0EAF-138995D0D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Robust detectors</a:t>
            </a:r>
          </a:p>
          <a:p>
            <a:r>
              <a:rPr lang="en-US" dirty="0"/>
              <a:t>Improve zero-shot detectors</a:t>
            </a:r>
          </a:p>
          <a:p>
            <a:r>
              <a:rPr lang="en-US" dirty="0"/>
              <a:t>Low-resource</a:t>
            </a:r>
          </a:p>
          <a:p>
            <a:r>
              <a:rPr lang="en-US" dirty="0"/>
              <a:t>Handling Data Ambiguity</a:t>
            </a:r>
          </a:p>
          <a:p>
            <a:r>
              <a:rPr lang="en-US" dirty="0"/>
              <a:t>Developing Realistic Evaluation Frameworks</a:t>
            </a:r>
          </a:p>
        </p:txBody>
      </p:sp>
    </p:spTree>
    <p:extLst>
      <p:ext uri="{BB962C8B-B14F-4D97-AF65-F5344CB8AC3E}">
        <p14:creationId xmlns:p14="http://schemas.microsoft.com/office/powerpoint/2010/main" val="6160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FF345-365E-5DD2-7725-474568E98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/>
              <a:t>عنوان مقاله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2C0C6-37CC-43C1-4C06-2474C649F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dirty="0"/>
              <a:t>AI Generated Text Detection Using Instruction Fine-tuned Large Language and Transformer-Based Models</a:t>
            </a:r>
          </a:p>
        </p:txBody>
      </p:sp>
    </p:spTree>
    <p:extLst>
      <p:ext uri="{BB962C8B-B14F-4D97-AF65-F5344CB8AC3E}">
        <p14:creationId xmlns:p14="http://schemas.microsoft.com/office/powerpoint/2010/main" val="795954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8C26F-1FFD-6393-2D03-B1D5FBC76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/>
              <a:t>مقدمه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E8DEE-CDEC-EFCE-4D6F-D4DCDEB8A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en-US" dirty="0"/>
              <a:t>Task-A : AI or Human</a:t>
            </a:r>
          </a:p>
          <a:p>
            <a:pPr algn="r" rtl="1"/>
            <a:r>
              <a:rPr lang="en-US" dirty="0"/>
              <a:t>Task-B : Which AI?</a:t>
            </a:r>
          </a:p>
        </p:txBody>
      </p:sp>
    </p:spTree>
    <p:extLst>
      <p:ext uri="{BB962C8B-B14F-4D97-AF65-F5344CB8AC3E}">
        <p14:creationId xmlns:p14="http://schemas.microsoft.com/office/powerpoint/2010/main" val="2333095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DCD02-7CB2-B36D-031C-4196B4967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07990-13D5-C23D-EAC8-51AE5E78A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gemma-2-9b, GPT 4.0, llama-8b, mistral-7b, qwen2-72b and Yi-large</a:t>
            </a:r>
          </a:p>
          <a:p>
            <a:r>
              <a:rPr lang="en-US" dirty="0" err="1"/>
              <a:t>Train,Validation,Test</a:t>
            </a:r>
            <a:endParaRPr lang="en-US" dirty="0"/>
          </a:p>
          <a:p>
            <a:r>
              <a:rPr lang="en-US" dirty="0"/>
              <a:t>Train = Validation</a:t>
            </a:r>
          </a:p>
        </p:txBody>
      </p:sp>
    </p:spTree>
    <p:extLst>
      <p:ext uri="{BB962C8B-B14F-4D97-AF65-F5344CB8AC3E}">
        <p14:creationId xmlns:p14="http://schemas.microsoft.com/office/powerpoint/2010/main" val="6825338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5F744-238E-D422-75F2-5ABC09EDD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01A1B-4424-60DB-270B-BA370799E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Topics,</a:t>
            </a:r>
          </a:p>
          <a:p>
            <a:r>
              <a:rPr lang="en-US" dirty="0"/>
              <a:t>Length,</a:t>
            </a:r>
          </a:p>
          <a:p>
            <a:r>
              <a:rPr lang="en-US" dirty="0"/>
              <a:t>Lexical Diversity: Human &gt; AI</a:t>
            </a:r>
          </a:p>
        </p:txBody>
      </p:sp>
    </p:spTree>
    <p:extLst>
      <p:ext uri="{BB962C8B-B14F-4D97-AF65-F5344CB8AC3E}">
        <p14:creationId xmlns:p14="http://schemas.microsoft.com/office/powerpoint/2010/main" val="5578487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DCC12-3AED-B14A-56CD-F540AC5D3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7F9E6-533A-EC57-CB79-9EE073737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 or Human =&gt; Binary Classification</a:t>
            </a:r>
          </a:p>
          <a:p>
            <a:r>
              <a:rPr lang="en-US" dirty="0"/>
              <a:t>Which AI =&gt; Multi-Class Classification</a:t>
            </a:r>
          </a:p>
          <a:p>
            <a:endParaRPr lang="en-US" dirty="0"/>
          </a:p>
          <a:p>
            <a:r>
              <a:rPr lang="en-US" dirty="0"/>
              <a:t>GPT-4o-mini, </a:t>
            </a:r>
            <a:r>
              <a:rPr lang="en-US" dirty="0" err="1"/>
              <a:t>LLaMa</a:t>
            </a:r>
            <a:r>
              <a:rPr lang="en-US" dirty="0"/>
              <a:t>, Bert</a:t>
            </a:r>
          </a:p>
          <a:p>
            <a:r>
              <a:rPr lang="en-US" dirty="0"/>
              <a:t>Instruction Tuning =&gt; Prompts on what exactly to do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3427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4066C-B1E1-29A4-3B93-9EBC9C8F0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and Future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4AC85-D27F-C6A7-718B-171B51B19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Task-A : Very good both GPT and Bert</a:t>
            </a:r>
          </a:p>
          <a:p>
            <a:r>
              <a:rPr lang="en-US" dirty="0"/>
              <a:t>Task-B : Significant drop in Performance</a:t>
            </a:r>
          </a:p>
          <a:p>
            <a:endParaRPr lang="en-US" dirty="0"/>
          </a:p>
          <a:p>
            <a:r>
              <a:rPr lang="en-US" dirty="0"/>
              <a:t>Larger </a:t>
            </a:r>
            <a:r>
              <a:rPr lang="en-US" dirty="0" err="1"/>
              <a:t>Models,Longer</a:t>
            </a:r>
            <a:r>
              <a:rPr lang="en-US" dirty="0"/>
              <a:t> context, Better Prompting</a:t>
            </a:r>
          </a:p>
          <a:p>
            <a:r>
              <a:rPr lang="en-US" dirty="0"/>
              <a:t>=&gt; Task-B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7239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32ABA-AF07-0603-B8D3-E120A0D7E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عنوان مقاله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E2D1C-3C98-6E5E-2329-0F842BA65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Human vs Machine Generated Text Detection in Persian </a:t>
            </a:r>
          </a:p>
        </p:txBody>
      </p:sp>
    </p:spTree>
    <p:extLst>
      <p:ext uri="{BB962C8B-B14F-4D97-AF65-F5344CB8AC3E}">
        <p14:creationId xmlns:p14="http://schemas.microsoft.com/office/powerpoint/2010/main" val="17933968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C45F7-6561-2C98-FA45-3EB6CDB66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ABDB7-D0D4-D642-92EF-8C3AF874E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Human: COPER(Covid19-articles) + </a:t>
            </a:r>
            <a:r>
              <a:rPr lang="en-US" dirty="0" err="1"/>
              <a:t>Digikala</a:t>
            </a:r>
            <a:r>
              <a:rPr lang="en-US" dirty="0"/>
              <a:t> Comments + news</a:t>
            </a:r>
          </a:p>
          <a:p>
            <a:r>
              <a:rPr lang="en-US" dirty="0"/>
              <a:t>AI : Gpt-3.5-turbo</a:t>
            </a:r>
          </a:p>
        </p:txBody>
      </p:sp>
    </p:spTree>
    <p:extLst>
      <p:ext uri="{BB962C8B-B14F-4D97-AF65-F5344CB8AC3E}">
        <p14:creationId xmlns:p14="http://schemas.microsoft.com/office/powerpoint/2010/main" val="37038907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473FA-7AE5-0F3F-B932-202505C6D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BF7DA-1180-570D-069C-F80BC76F9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LSTM</a:t>
            </a:r>
          </a:p>
          <a:p>
            <a:r>
              <a:rPr lang="en-US" dirty="0"/>
              <a:t>Dense Neural Networks</a:t>
            </a:r>
          </a:p>
          <a:p>
            <a:r>
              <a:rPr lang="en-US" dirty="0"/>
              <a:t>CNN + LSTM + Dense Neural Networks</a:t>
            </a:r>
          </a:p>
          <a:p>
            <a:endParaRPr lang="en-US" dirty="0"/>
          </a:p>
          <a:p>
            <a:r>
              <a:rPr lang="en-US" dirty="0" err="1"/>
              <a:t>Loss:BCE</a:t>
            </a:r>
            <a:r>
              <a:rPr lang="en-US" dirty="0"/>
              <a:t>, </a:t>
            </a:r>
            <a:r>
              <a:rPr lang="en-US" dirty="0" err="1"/>
              <a:t>Optimizer:Adam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2312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B9792-CB1E-9035-97A1-FB784788E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661AED-26F6-671B-2CE6-8167A1D747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9720" y="2317073"/>
            <a:ext cx="7981801" cy="3477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6004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21BCB-9D46-C10E-C959-A993502D0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Works and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3CACE-4D74-5017-5E35-173EC3EFC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Machine learning can effectively detect AI-generated Persian text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Contextual embeddings and pretrained models perform best</a:t>
            </a:r>
          </a:p>
          <a:p>
            <a:endParaRPr lang="en-US" dirty="0"/>
          </a:p>
          <a:p>
            <a:r>
              <a:rPr lang="en-US" dirty="0"/>
              <a:t>Exploring additional linguistic features</a:t>
            </a:r>
          </a:p>
          <a:p>
            <a:r>
              <a:rPr lang="en-US" dirty="0"/>
              <a:t>Expanding to other languages</a:t>
            </a:r>
          </a:p>
          <a:p>
            <a:r>
              <a:rPr lang="en-US" dirty="0"/>
              <a:t>Studying how newer AI models affect detection performance</a:t>
            </a:r>
          </a:p>
        </p:txBody>
      </p:sp>
    </p:spTree>
    <p:extLst>
      <p:ext uri="{BB962C8B-B14F-4D97-AF65-F5344CB8AC3E}">
        <p14:creationId xmlns:p14="http://schemas.microsoft.com/office/powerpoint/2010/main" val="29021127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61DFC-947B-92FB-9D99-86EE30E5E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178870-D492-B1C2-B28C-74F3A35D6D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1275" y="3677444"/>
            <a:ext cx="7029450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440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408</Words>
  <Application>Microsoft Office PowerPoint</Application>
  <PresentationFormat>Widescreen</PresentationFormat>
  <Paragraphs>85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B Nazanin</vt:lpstr>
      <vt:lpstr>Calibri</vt:lpstr>
      <vt:lpstr>Calibri Light</vt:lpstr>
      <vt:lpstr>Office Theme</vt:lpstr>
      <vt:lpstr>به نام خدا</vt:lpstr>
      <vt:lpstr>عنوان مقاله</vt:lpstr>
      <vt:lpstr>چرا میخواهیم Text detection انجام دهیم</vt:lpstr>
      <vt:lpstr>مواردی که بررسی شدند</vt:lpstr>
      <vt:lpstr>Datasets</vt:lpstr>
      <vt:lpstr>Benchmarks</vt:lpstr>
      <vt:lpstr>Detectors</vt:lpstr>
      <vt:lpstr>Issues with Detectors</vt:lpstr>
      <vt:lpstr>Evaluation Metrics</vt:lpstr>
      <vt:lpstr>Conclusion and Future Directions</vt:lpstr>
      <vt:lpstr>عنوان مقاله</vt:lpstr>
      <vt:lpstr>مقدمه</vt:lpstr>
      <vt:lpstr>Dataset</vt:lpstr>
      <vt:lpstr>Data Analysis</vt:lpstr>
      <vt:lpstr>Proposed Approach</vt:lpstr>
      <vt:lpstr>Results and Future Works</vt:lpstr>
      <vt:lpstr>عنوان مقاله</vt:lpstr>
      <vt:lpstr>Dataset</vt:lpstr>
      <vt:lpstr>Models</vt:lpstr>
      <vt:lpstr>Results</vt:lpstr>
      <vt:lpstr>Future Works and 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AmirMohammad Komijani</dc:creator>
  <cp:lastModifiedBy>AmirMohammad Komijani</cp:lastModifiedBy>
  <cp:revision>24</cp:revision>
  <dcterms:created xsi:type="dcterms:W3CDTF">2026-02-06T10:29:13Z</dcterms:created>
  <dcterms:modified xsi:type="dcterms:W3CDTF">2026-02-06T13:36:11Z</dcterms:modified>
</cp:coreProperties>
</file>